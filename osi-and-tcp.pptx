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582F9-6B20-5B42-599D-E158EC6A9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2B5D5-03E0-B461-4EA1-AB9372075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0C8D6-C2E4-36DB-97E4-42BFFAD6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0A984-47F7-3C8E-1AC7-C71D5133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3AACD-0236-F25A-34F8-98D63122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385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5A9B0-967B-D8FA-96B7-D7552667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7EBCF7-E668-D5B9-9FE6-33C6D3FE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4417B1-8344-5BD0-5FF6-7CB32898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F1A9E1-39E3-1DA2-BA59-774D2D88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38584-C38B-0D50-679D-3AF40C9A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65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1EE8-835A-6D83-35C1-404D467F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1837FF-AA28-05A4-1F28-CDC4E1BA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7D959-8F30-9D12-CE66-8C08E856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EBBAD4-232E-EDCC-BF31-F9397903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06627-24B0-118F-EEE1-F276D5C1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385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E69A7-DDED-9695-B72E-32662F65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FBC56-1B7E-D272-D2A6-F0391416D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2437CB-6B80-5AEF-2B1A-C1A5DB2A8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5F146B-CF3C-4418-04CF-43C80102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B2C9D4-A84F-48C3-F039-531D42CB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B74EE8-859B-D28E-CC75-C65D1A45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170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74D3E-5240-E967-85EA-9ADD995B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49C8C-E496-ED9A-FB41-1A0CC06D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833E8-CD04-A652-2A85-5A6C2ED33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A130C0-1A99-BE93-1528-B63B69731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FBA69B-A99A-D108-5AAC-C5FC777A3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00BA22-D1E2-9F03-DAEF-6E271534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5E6597-3C48-F913-B6F9-6968A772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DC6D2C-0D77-B3C0-FA3E-F3FE69D1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888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86A29-CDEE-412F-EAE6-DA36872C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E1540E-4AD2-EC9A-A0D5-9A65A4EC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9AFC9-CF2B-1C21-5070-17F8B0E4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DB7CCE-184A-294B-4020-94372156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857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FA6391-9453-BF98-EE47-7C823553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18DAB5-D4B6-CB8A-70BE-F59FEDA1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4B41-BD63-19BF-0435-53C2CD1C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725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3A2E-3514-CFBF-2812-CADF08CE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169D5-7D41-3B69-8BFD-C34DD718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857C4E-7028-0CFE-B725-F79B2DB21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FE9278-4240-E65C-9102-04C99184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F9BAA-A8C9-467E-3E1C-286F784B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A596FE-9BD2-6328-72EF-0E077A1B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920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9815B-C3F8-6080-9DC4-EA87BC38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D9DF7C-6764-CBEF-0C26-BC67B6D40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19A09C-A534-791C-67AB-6977F7BE8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B66668-CF7B-B1E9-3CB4-40271682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626C09-07AC-D040-A0F9-3B37D660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54E967-208F-0AD3-3485-95ADCDD9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901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98E9A-ABE2-0BAF-BD2F-C2B35CCF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417346-4C32-5273-0FDE-51A974864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B4069-AE12-8D98-320B-D167C4C7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BAF41C-6B58-AE23-169D-700AB087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111718-B0FB-7309-D036-D84F6843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56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6B693B-6188-ADD1-4A6A-B59B30AAA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1E321D-5941-A09B-D0D1-4F6F357B4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0E4BA8-DF37-5D5A-73B7-CB50BA9C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45B81-5B49-1C93-1F2E-61D881AE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2160FB-72C9-7520-1995-391DCC21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878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5F3D3E-1795-93EB-4152-94939697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499D54-FDC6-F726-39EA-7F310E32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6DA4D7-CCBC-23F8-400D-9AFC5C8A9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74AF9-AACB-944E-B072-9B464793D0B4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DEC01E-90FD-8B36-0EA3-4FE1B0C91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8E170-1116-251F-E79E-046775AA7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D5A57-7EED-4B43-BBA1-7CBE8966B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383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EE1125-6927-0736-26FF-F69646D1F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276293"/>
              </p:ext>
            </p:extLst>
          </p:nvPr>
        </p:nvGraphicFramePr>
        <p:xfrm>
          <a:off x="178148" y="170877"/>
          <a:ext cx="10995070" cy="6478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14">
                  <a:extLst>
                    <a:ext uri="{9D8B030D-6E8A-4147-A177-3AD203B41FA5}">
                      <a16:colId xmlns:a16="http://schemas.microsoft.com/office/drawing/2014/main" val="3450093159"/>
                    </a:ext>
                  </a:extLst>
                </a:gridCol>
                <a:gridCol w="2199014">
                  <a:extLst>
                    <a:ext uri="{9D8B030D-6E8A-4147-A177-3AD203B41FA5}">
                      <a16:colId xmlns:a16="http://schemas.microsoft.com/office/drawing/2014/main" val="2056425498"/>
                    </a:ext>
                  </a:extLst>
                </a:gridCol>
                <a:gridCol w="2199014">
                  <a:extLst>
                    <a:ext uri="{9D8B030D-6E8A-4147-A177-3AD203B41FA5}">
                      <a16:colId xmlns:a16="http://schemas.microsoft.com/office/drawing/2014/main" val="2283257520"/>
                    </a:ext>
                  </a:extLst>
                </a:gridCol>
                <a:gridCol w="2199014">
                  <a:extLst>
                    <a:ext uri="{9D8B030D-6E8A-4147-A177-3AD203B41FA5}">
                      <a16:colId xmlns:a16="http://schemas.microsoft.com/office/drawing/2014/main" val="684651966"/>
                    </a:ext>
                  </a:extLst>
                </a:gridCol>
                <a:gridCol w="2199014">
                  <a:extLst>
                    <a:ext uri="{9D8B030D-6E8A-4147-A177-3AD203B41FA5}">
                      <a16:colId xmlns:a16="http://schemas.microsoft.com/office/drawing/2014/main" val="4007700023"/>
                    </a:ext>
                  </a:extLst>
                </a:gridCol>
              </a:tblGrid>
              <a:tr h="1054787">
                <a:tc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OSI Model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Layer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TCP/IP Layer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Other Protocol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75433"/>
                  </a:ext>
                </a:extLst>
              </a:tr>
              <a:tr h="10547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Alligator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Application</a:t>
                      </a:r>
                      <a:endParaRPr lang="ko-KR" altLang="en-US" sz="3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L7(Firewall)</a:t>
                      </a:r>
                      <a:endParaRPr lang="ko-KR" altLang="en-US" sz="3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HTTP</a:t>
                      </a:r>
                      <a:endParaRPr lang="ko-KR" altLang="en-US" sz="3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3200" dirty="0" err="1"/>
                        <a:t>HTTPS,FTP,Telnet,SSH,DNS</a:t>
                      </a:r>
                      <a:r>
                        <a:rPr lang="en-US" altLang="ko-KR" sz="3200" dirty="0"/>
                        <a:t>,..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712791"/>
                  </a:ext>
                </a:extLst>
              </a:tr>
              <a:tr h="10547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Pet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Presentation</a:t>
                      </a:r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425788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Steve’s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Session</a:t>
                      </a:r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968410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Touch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Transport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L4(NAT)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TCP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UDP,ICMP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413301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Not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Network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L3(Router)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IP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IP6,ARP(?),..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183911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Do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Data Link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L2(Switch)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Ethernet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PPP,HDLC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46190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Please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dirty="0"/>
                        <a:t>Physical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34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58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65</Words>
  <Application>Microsoft Macintosh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한동원[ 학부재학 / 사이버국방학과 ]</dc:creator>
  <cp:lastModifiedBy>한동원[ 학부재학 / 사이버국방학과 ]</cp:lastModifiedBy>
  <cp:revision>18</cp:revision>
  <dcterms:created xsi:type="dcterms:W3CDTF">2026-03-18T07:24:17Z</dcterms:created>
  <dcterms:modified xsi:type="dcterms:W3CDTF">2026-03-18T08:46:16Z</dcterms:modified>
</cp:coreProperties>
</file>